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Metro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Java Project</a:t>
            </a:r>
          </a:p>
          <a:p>
            <a:r>
              <a:t>Smart Card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Repeated ticket purchase for daily users</a:t>
            </a:r>
          </a:p>
          <a:p>
            <a:r>
              <a:t>• Queues during peak hours</a:t>
            </a:r>
          </a:p>
          <a:p>
            <a:r>
              <a:t>• Manual fare handling can cause errors</a:t>
            </a:r>
          </a:p>
          <a:p>
            <a:r>
              <a:t>• Need for a convenient digital travel method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Manage passengers and stations</a:t>
            </a:r>
          </a:p>
          <a:p>
            <a:r>
              <a:t>• Issue and recharge smart cards</a:t>
            </a:r>
          </a:p>
          <a:p>
            <a:r>
              <a:t>• Record entry and exit</a:t>
            </a:r>
          </a:p>
          <a:p>
            <a:r>
              <a:t>• Calculate fare automatically</a:t>
            </a:r>
          </a:p>
          <a:p>
            <a:r>
              <a:t>• Maintain journey history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Passenger → Swing UI → Core Java Services → JDBC → MySQL</a:t>
            </a:r>
          </a:p>
          <a:p/>
          <a:p>
            <a:r>
              <a:t>Smart Card → Entry → Journey Record → Exit → Fare Calculation → Balance Deduction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Passenger registration/login</a:t>
            </a:r>
          </a:p>
          <a:p>
            <a:r>
              <a:t>2. Smart card management</a:t>
            </a:r>
          </a:p>
          <a:p>
            <a:r>
              <a:t>3. Recharge &amp; transactions</a:t>
            </a:r>
          </a:p>
          <a:p>
            <a:r>
              <a:t>4. Station management</a:t>
            </a:r>
          </a:p>
          <a:p>
            <a:r>
              <a:t>5. Journey processing</a:t>
            </a:r>
          </a:p>
          <a:p>
            <a:r>
              <a:t>6. Fare calculation</a:t>
            </a:r>
          </a:p>
          <a:p>
            <a:r>
              <a:t>7. Journey history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Card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Register → Issue Card → Recharge → Scan/Select Entry Station → Travel → Exit → Calculate Fare → Deduct Balance → Store Transaction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Fare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0–5 km = ₹10</a:t>
            </a:r>
          </a:p>
          <a:p>
            <a:r>
              <a:t>5–10 km = ₹20</a:t>
            </a:r>
          </a:p>
          <a:p>
            <a:r>
              <a:t>10–20 km = ₹30</a:t>
            </a:r>
          </a:p>
          <a:p>
            <a:r>
              <a:t>Above 20 km = ₹40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Java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Classes &amp; Objects</a:t>
            </a:r>
          </a:p>
          <a:p>
            <a:r>
              <a:t>• Encapsulation</a:t>
            </a:r>
          </a:p>
          <a:p>
            <a:r>
              <a:t>• Inheritance</a:t>
            </a:r>
          </a:p>
          <a:p>
            <a:r>
              <a:t>• Abstraction</a:t>
            </a:r>
          </a:p>
          <a:p>
            <a:r>
              <a:t>• Polymorphism</a:t>
            </a:r>
          </a:p>
          <a:p>
            <a:r>
              <a:t>• Exception Handling</a:t>
            </a:r>
          </a:p>
          <a:p>
            <a:r>
              <a:t>• Collections</a:t>
            </a:r>
          </a:p>
          <a:p>
            <a:r>
              <a:t>• JDBC</a:t>
            </a:r>
          </a:p>
          <a:p>
            <a:r>
              <a:t>• Swing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admins</a:t>
            </a:r>
          </a:p>
          <a:p>
            <a:r>
              <a:t>passengers</a:t>
            </a:r>
          </a:p>
          <a:p>
            <a:r>
              <a:t>stations</a:t>
            </a:r>
          </a:p>
          <a:p>
            <a:r>
              <a:t>smart_cards</a:t>
            </a:r>
          </a:p>
          <a:p>
            <a:r>
              <a:t>transactions</a:t>
            </a:r>
          </a:p>
          <a:p>
            <a:r>
              <a:t>journeys</a:t>
            </a:r>
          </a:p>
          <a:p/>
          <a:p>
            <a:r>
              <a:t>Primary keys and foreign keys maintain relationships.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Demo passenger login</a:t>
            </a:r>
          </a:p>
          <a:p>
            <a:r>
              <a:t>• Smart card issue</a:t>
            </a:r>
          </a:p>
          <a:p>
            <a:r>
              <a:t>• Recharge</a:t>
            </a:r>
          </a:p>
          <a:p>
            <a:r>
              <a:t>• View stations</a:t>
            </a:r>
          </a:p>
          <a:p>
            <a:r>
              <a:t>• Start/end journey</a:t>
            </a:r>
          </a:p>
          <a:p>
            <a:r>
              <a:t>• Automatic fare deduction</a:t>
            </a:r>
          </a:p>
          <a:p>
            <a:r>
              <a:t>• Journey history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NFC/QR card reader</a:t>
            </a:r>
          </a:p>
          <a:p>
            <a:r>
              <a:t>• Online payment</a:t>
            </a:r>
          </a:p>
          <a:p>
            <a:r>
              <a:t>• Monthly passes</a:t>
            </a:r>
          </a:p>
          <a:p>
            <a:r>
              <a:t>• Mobile app</a:t>
            </a:r>
          </a:p>
          <a:p>
            <a:r>
              <a:t>• Real-time train tracking</a:t>
            </a:r>
          </a:p>
          <a:p>
            <a:r>
              <a:t>• Secure password hashing</a:t>
            </a:r>
          </a:p>
          <a:p>
            <a:r>
              <a:t>• Admin analytics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practical Core Java project demonstrating OOP, Swing, JDBC and MySQL through a real-world metro smart-card use case.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